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Demand Forecasting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A complete end-to-end solution for retail sales forecasting, AI insights, and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Forecast daily retail sales and provide actionable business recommendations using machine learning and GenAI.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Rossmann Store Sales dataset with historical sales, promotions, holidays, store metadata, and competition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Store ID, DayOfWeek, Promo, StateHoliday, StoreType, Assortment, CompetitionDistance, Year, Month, Day, WeekOfYear.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Cleaned missing values, encoded categorical features, extracted date features, and filtered open store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Generated sales distribution, promo impact, seasonality, and correlation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Trained Linear Regression and Random Forest models to compare interpretability and prediction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Used RMSE and MAE to measure forecast accuracy and compare model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Interactive dashboard for what-if scenarios, model predictions, and AI narrative explanations.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Anthropic Claude API provides strategic insights, chat-based analysis, and anomaly explanations.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Includes Dockerfile, Procfile, requirements, and deployment guide for local and cloud hosting.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Local Python, Docker container, Streamlit Cloud, or cloud PaaS using the provided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Modular design with data_loader, preprocessing, eda, model training, anomaly detection, and AI engine modules.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Helps retail teams improve inventory planning, staffing, and promotional decisions through demand forecasts.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project delivers an end-to-end retail demand forecasting system with analytics, insights, and deployment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